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01" d="100"/>
          <a:sy n="101" d="100"/>
        </p:scale>
        <p:origin x="25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Sasikumar Lathaasri, Netsh</cp:lastModifiedBy>
  <cp:revision>1</cp:revision>
  <dcterms:created xsi:type="dcterms:W3CDTF">2013-01-27T09:14:16Z</dcterms:created>
  <dcterms:modified xsi:type="dcterms:W3CDTF">2026-05-29T22:44:05Z</dcterms:modified>
  <cp:category/>
</cp:coreProperties>
</file>